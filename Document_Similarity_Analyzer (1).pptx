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485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035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- 3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5059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Similarity Analyzer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41248" y="3401568"/>
            <a:ext cx="10506456" cy="32004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large text documents using suffix structures and similarity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49499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Haasini Reddy – 2520030265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8FA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Tomar – 2520030285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8FA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Manasa - 2520030500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822960" cy="54864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46504"/>
            <a:ext cx="54864" cy="4572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document similarity analyzer capable of comparing large text documents using suffix structures and similarity metrics.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87752"/>
            <a:ext cx="54864" cy="4572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3288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identify duplicate or highly similar documents by analyzing common substrings and matching patterns.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4864" cy="4572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37413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compute similarity scores and rank documents accordingly.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270248"/>
            <a:ext cx="54864" cy="4572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21538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should efficiently process multiple documents simultaneously.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5111496"/>
            <a:ext cx="54864" cy="4572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50566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plagiarism detection and document clustering applications.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822960" cy="54864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text repositories make manual comparison impractical. This project proposes a similarity-analysis engine that leverages suffix-based data structures — suffix trees and suffix arrays — to index every document once and rapidly discover shared substrings across the entire collection.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patterns are converted into quantitative similarity metrics, producing scores that can be ranked and clustered to reveal duplicate, near-duplicate, and thematically related documents.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12700">
            <a:solidFill>
              <a:srgbClr val="D5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once, match fast, score objectively, rank and cluster.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822960" cy="54864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6916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— </a:t>
            </a: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tokenize, and normalize each incoming document.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53288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253288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Suffix Structure — </a:t>
            </a: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suffix tree / array to index all substrings.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37413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3374136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Patterns — </a:t>
            </a: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the structure to find shared substrings across documents.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21538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4215384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Similarity — </a:t>
            </a: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substring overlap into a normalized similarity score.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505663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505663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Cluster — </a:t>
            </a: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 and group closely related documents.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822960" cy="54864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Documents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404872"/>
            <a:ext cx="54864" cy="36576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3317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corpus of large text documents submitted for pairwise comparison.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4864" cy="36576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9900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may vary in length, topic, structure, and formatting.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721608"/>
            <a:ext cx="54864" cy="36576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648456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formats: plain text, Word, or PDF, normalized to raw text.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379976"/>
            <a:ext cx="54864" cy="36576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30682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analyzed for common substrings and matching patterns.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0" cy="4297680"/>
          </a:xfrm>
          <a:prstGeom prst="line">
            <a:avLst/>
          </a:prstGeom>
          <a:noFill/>
          <a:ln w="12700">
            <a:solidFill>
              <a:srgbClr val="D5DC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144000" y="3429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maximum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822960" cy="54864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5989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included:  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duplicate flags and cluster groupings for documents above a configurable similarity threshold.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908F17-7A4E-A2A7-B31C-1E09720DC3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0" r="2095"/>
          <a:stretch>
            <a:fillRect/>
          </a:stretch>
        </p:blipFill>
        <p:spPr>
          <a:xfrm>
            <a:off x="66040" y="1261872"/>
            <a:ext cx="12059920" cy="45823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13248" y="3520440"/>
            <a:ext cx="1371600" cy="32004"/>
          </a:xfrm>
          <a:prstGeom prst="rect">
            <a:avLst/>
          </a:prstGeom>
          <a:solidFill>
            <a:srgbClr val="2E7D8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345</Words>
  <Application>Microsoft Office PowerPoint</Application>
  <PresentationFormat>Widescreen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Haasini bommareddy</cp:lastModifiedBy>
  <cp:revision>3</cp:revision>
  <dcterms:created xsi:type="dcterms:W3CDTF">2026-08-23T14:33:08Z</dcterms:created>
  <dcterms:modified xsi:type="dcterms:W3CDTF">2026-08-23T14:52:00Z</dcterms:modified>
</cp:coreProperties>
</file>